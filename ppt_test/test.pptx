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748200" cy="18180432"/>
  <p:notesSz cx="18180432" cy="42748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slideLayout" Target="../slideLayouts/slideLayout1.xml"/><Relationship Id="rId67" Type="http://schemas.openxmlformats.org/officeDocument/2006/relationships/notesSlide" Target="../notesSlides/notesSlide1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355642" y="327191"/><a:ext cx="42392558" cy="17853242"/></a:xfrm><a:prstGeom prst="rect"><a:avLst></a:avLst></a:prstGeom><a:solidFill><a:srgbClr val="FADBD8"/></a:solidFill><a:ln w="56902"><a:solidFill><a:srgbClr val="333333"/></a:solidFill><a:prstDash val="solid"/></a:ln></p:spPr></p:sp><p:sp><p:nvSpPr><p:cNvPr id="3" name="Shape 1"></p:cNvPr><p:cNvSpPr/><p:nvPr></p:nvPr></p:nvSpPr><p:spPr><a:xfrm><a:off x="355642" y="8435834"/><a:ext cx="30585235" cy="9525"/></a:xfrm><a:prstGeom prst="line"><a:avLst></a:avLst></a:prstGeom><a:noFill/><a:ln w="56902"><a:solidFill><a:srgbClr val="333333"/></a:solidFill><a:prstDash val="solid"/><a:headEnd type="none"/><a:tailEnd type="none"/></a:ln></p:spPr></p:sp><p:sp><p:nvSpPr><p:cNvPr id="4" name="Shape 2"></p:cNvPr><p:cNvSpPr/><p:nvPr></p:nvPr></p:nvSpPr><p:spPr><a:xfrm><a:off x="15079232" y="8435834"/><a:ext cx="9525" cy="9744598"/></a:xfrm><a:prstGeom prst="line"><a:avLst></a:avLst></a:prstGeom><a:noFill/><a:ln w="56902"><a:solidFill><a:srgbClr val="333333"/></a:solidFill><a:prstDash val="solid"/><a:headEnd type="none"/><a:tailEnd type="none"/></a:ln></p:spPr></p:sp><p:sp><p:nvSpPr><p:cNvPr id="5" name="Shape 3"></p:cNvPr><p:cNvSpPr/><p:nvPr></p:nvPr></p:nvSpPr><p:spPr><a:xfrm><a:off x="30940877" y="327191"/><a:ext cx="9525" cy="17853242"/></a:xfrm><a:prstGeom prst="line"><a:avLst></a:avLst></a:prstGeom><a:noFill/><a:ln w="56902"><a:solidFill><a:srgbClr val="333333"/></a:solidFill><a:prstDash val="solid"/><a:headEnd type="none"/><a:tailEnd type="none"/></a:ln></p:spPr></p:sp><p:sp><p:nvSpPr><p:cNvPr id="6" name="Text 4"></p:cNvPr><p:cNvSpPr txBox="1"/><p:nvPr></p:nvPr></p:nvSpPr><p:spPr><a:xfrm><a:off x="711285" y="512836"/><a:ext cx="769610" cy="87687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5636"/></a:lnSpc><a:buNone/></a:pPr><a:r><a:rPr lang="en-US" sz="5041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</a:t></a:r><a:endParaRPr lang="en-US" sz="5041" dirty="0"/></a:p></p:txBody></p:sp><p:sp><p:nvSpPr><p:cNvPr id="7" name="Text 5"></p:cNvPr><p:cNvSpPr txBox="1"/><p:nvPr></p:nvPr></p:nvSpPr><p:spPr><a:xfrm><a:off x="8393157" y="7250692"/><a:ext cx="10364269" cy="728426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700"/></a:lnSpc><a:buNone/></a:pPr><a:r><a:rPr lang="en-US" sz="4201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(a) Scientific Figure Generation Pipeline</a:t></a:r><a:endParaRPr lang="en-US" sz="4201" dirty="0"/></a:p></p:txBody></p:sp><p:pic>  <p:nvPicPr><p:cNvPr id="8" name="Image 0" descr="preencoded.png">    </p:cNvPr>    <p:cNvPicPr><a:picLocks noChangeAspect="1"/></p:cNvPicPr>    <p:nvPr></p:nvPr>  </p:nvPicPr><p:blipFill><a:blip r:embed="rId1"></a:blip>  <a:stretch><a:fillRect/></a:stretch></p:blipFill><p:spPr> <a:xfrm>  <a:off x="3223666" y="990232"/>  <a:ext cx="3581780" cy="1803569"/> </a:xfrm> <a:prstGeom prst="rect"><a:avLst/></a:prstGeom></p:spPr></p:pic><p:sp><p:nvSpPr><p:cNvPr id="9" name="Text 6"></p:cNvPr><p:cNvSpPr txBox="1"/><p:nvPr></p:nvPr></p:nvSpPr><p:spPr><a:xfrm><a:off x="3749892" y="1258333"/><a:ext cx="2529399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User natural</a:t></a:r><a:endParaRPr lang="en-US" sz="3360" dirty="0"/></a:p></p:txBody></p:sp><p:sp><p:nvSpPr><p:cNvPr id="10" name="Text 7"></p:cNvPr><p:cNvSpPr txBox="1"/><p:nvPr></p:nvPr></p:nvSpPr><p:spPr><a:xfrm><a:off x="4033979" y="1755521"/><a:ext cx="1961083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language</a:t></a:r><a:endParaRPr lang="en-US" sz="3360" dirty="0"/></a:p></p:txBody></p:sp><p:sp><p:nvSpPr><p:cNvPr id="11" name="Text 8"></p:cNvPr><p:cNvSpPr txBox="1"/><p:nvPr></p:nvPr></p:nvSpPr><p:spPr><a:xfrm><a:off x="4330727" y="2168407"/><a:ext cx="1367658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needs</a:t></a:r><a:endParaRPr lang="en-US" sz="3360" dirty="0"/></a:p></p:txBody></p:sp><p:pic>  <p:nvPicPr><p:cNvPr id="12" name="Image 1" descr="preencoded.png">    </p:cNvPr>    <p:cNvPicPr><a:picLocks noChangeAspect="1"/></p:cNvPicPr>    <p:nvPr></p:nvPr>  </p:nvPicPr><p:blipFill><a:blip r:embed="rId2"></a:blip>  <a:stretch><a:fillRect/></a:stretch></p:blipFill><p:spPr> <a:xfrm>  <a:off x="3579308" y="2412801"/>  <a:ext cx="1092285" cy="807771"/> </a:xfrm> <a:prstGeom prst="rect"><a:avLst/></a:prstGeom></p:spPr></p:pic><p:sp><p:nvSpPr><p:cNvPr id="13" name="Shape 9"></p:cNvPr><p:cNvSpPr/><p:nvPr></p:nvPr></p:nvSpPr><p:spPr><a:xfrm><a:off x="4111225" y="2603301"/><a:ext cx="384094" cy="9525"/></a:xfrm><a:prstGeom prst="line"><a:avLst></a:avLst></a:prstGeom><a:noFill/><a:ln w="49787"><a:solidFill><a:srgbClr val="F4F6F7"/></a:solidFill><a:prstDash val="solid"/><a:headEnd type="none"/><a:tailEnd type="none"/></a:ln></p:spPr></p:sp><p:pic>  <p:nvPicPr><p:cNvPr id="14" name="Image 2" descr="preencoded.png">    </p:cNvPr>    <p:cNvPicPr><a:picLocks noChangeAspect="1"/></p:cNvPicPr>    <p:nvPr></p:nvPr>  </p:nvPicPr><p:blipFill><a:blip r:embed="rId3"></a:blip><a:srcRect l="0" r="0" t="0" b="0"/><a:stretch/></p:blipFill><p:spPr> <a:xfrm>  <a:off x="1451020" y="2489496"/>  <a:ext cx="3919178" cy="2994508"/> </a:xfrm> <a:prstGeom prst="rect"><a:avLst/></a:prstGeom></p:spPr></p:pic><p:sp><p:nvSpPr><p:cNvPr id="15" name="Text 10"></p:cNvPr><p:cNvSpPr txBox="1"/><p:nvPr></p:nvPr></p:nvSpPr><p:spPr><a:xfrm><a:off x="2149502" y="5668298"/><a:ext cx="2529399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User natural</a:t></a:r><a:endParaRPr lang="en-US" sz="3360" dirty="0"/></a:p></p:txBody></p:sp><p:sp><p:nvSpPr><p:cNvPr id="16" name="Text 11"></p:cNvPr><p:cNvSpPr txBox="1"/><p:nvPr></p:nvPr></p:nvSpPr><p:spPr><a:xfrm><a:off x="1792935" y="6236614"/><a:ext cx="3242462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language needs</a:t></a:r><a:endParaRPr lang="en-US" sz="3360" dirty="0"/></a:p></p:txBody></p:sp><p:sp><p:nvSpPr><p:cNvPr id="17" name="Shape 12"></p:cNvPr><p:cNvSpPr/><p:nvPr></p:nvPr></p:nvSpPr><p:spPr><a:xfrm><a:off x="5761405" y="3741357"/><a:ext cx="1422569" cy="9525"/></a:xfrm><a:prstGeom prst="line"><a:avLst></a:avLst></a:prstGeom><a:noFill/><a:ln w="85354"><a:solidFill><a:srgbClr val="333333"/></a:solidFill><a:prstDash val="solid"/><a:headEnd type="none"/><a:tailEnd type="triangle"/></a:ln></p:spPr></p:sp><p:pic>  <p:nvPicPr><p:cNvPr id="18" name="Image 3" descr="preencoded.png">    </p:cNvPr>    <p:cNvPicPr><a:picLocks noChangeAspect="1"/></p:cNvPicPr>    <p:nvPr></p:nvPr>  </p:nvPicPr><p:blipFill><a:blip r:embed="rId4"></a:blip>  <a:stretch><a:fillRect/></a:stretch></p:blipFill><p:spPr> <a:xfrm>  <a:off x="7349116" y="705719"/>  <a:ext cx="6924818" cy="5004349"/> </a:xfrm> <a:prstGeom prst="rect"><a:avLst/></a:prstGeom></p:spPr></p:pic><p:pic>  <p:nvPicPr><p:cNvPr id="19" name="Image 4" descr="preencoded.png">    </p:cNvPr>    <p:cNvPicPr><a:picLocks noChangeAspect="1"/></p:cNvPicPr>    <p:nvPr></p:nvPr>  </p:nvPicPr><p:blipFill><a:blip r:embed="rId5"></a:blip><a:srcRect l="0" r="0" t="0" b="0"/><a:stretch/></p:blipFill><p:spPr> <a:xfrm>  <a:off x="7859694" y="1714196"/>  <a:ext cx="2055612" cy="2966056"/> </a:xfrm> <a:prstGeom prst="rect"><a:avLst/></a:prstGeom></p:spPr></p:pic><p:pic>  <p:nvPicPr><p:cNvPr id="20" name="Image 5" descr="preencoded.png">    </p:cNvPr>    <p:cNvPicPr><a:picLocks noChangeAspect="1"/></p:cNvPicPr>    <p:nvPr></p:nvPr>  </p:nvPicPr><p:blipFill><a:blip r:embed="rId6"></a:blip><a:srcRect l="0" r="0" t="0" b="0"/><a:stretch/></p:blipFill><p:spPr> <a:xfrm>  <a:off x="10242497" y="4089886"/>  <a:ext cx="917557" cy="917557"/> </a:xfrm> <a:prstGeom prst="rect"><a:avLst/></a:prstGeom></p:spPr></p:pic><p:pic>  <p:nvPicPr><p:cNvPr id="21" name="Image 6" descr="preencoded.png">    </p:cNvPr>    <p:cNvPicPr><a:picLocks noChangeAspect="1"/></p:cNvPicPr>    <p:nvPr></p:nvPr>  </p:nvPicPr><p:blipFill><a:blip r:embed="rId7"></a:blip><a:srcRect l="0" r="0" t="0" b="0"/><a:stretch/></p:blipFill><p:spPr> <a:xfrm>  <a:off x="11451681" y="4032983"/>  <a:ext cx="910444" cy="1166507"/> </a:xfrm> <a:prstGeom prst="rect"><a:avLst/></a:prstGeom></p:spPr></p:pic><p:pic>  <p:nvPicPr><p:cNvPr id="22" name="Image 7" descr="preencoded.png">    </p:cNvPr>    <p:cNvPicPr><a:picLocks noChangeAspect="1"/></p:cNvPicPr>    <p:nvPr></p:nvPr>  </p:nvPicPr><p:blipFill><a:blip r:embed="rId8"></a:blip><a:srcRect l="0" r="0" t="0" b="0"/><a:stretch/></p:blipFill><p:spPr> <a:xfrm>  <a:off x="12589736" y="4040096"/>  <a:ext cx="960234" cy="1173619"/> </a:xfrm> <a:prstGeom prst="rect"><a:avLst/></a:prstGeom></p:spPr></p:pic><p:pic>  <p:nvPicPr><p:cNvPr id="23" name="Image 8" descr="preencoded.png">    </p:cNvPr>    <p:cNvPicPr><a:picLocks noChangeAspect="1"/></p:cNvPicPr>    <p:nvPr></p:nvPr>  </p:nvPicPr><p:blipFill><a:blip r:embed="rId9"></a:blip><a:srcRect l="0" r="0" t="0" b="0"/><a:stretch/></p:blipFill><p:spPr> <a:xfrm>  <a:off x="12305222" y="1550600"/>  <a:ext cx="1074040" cy="1493698"/> </a:xfrm> <a:prstGeom prst="rect"><a:avLst/></a:prstGeom></p:spPr></p:pic><p:sp><p:nvSpPr><p:cNvPr id="24" name="Text 13"></p:cNvPr><p:cNvSpPr txBox="1"/><p:nvPr></p:nvPr></p:nvSpPr><p:spPr><a:xfrm><a:off x="11096039" y="1639511"/><a:ext cx="1802893" cy="97275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6266"/></a:lnSpc><a:buNone/></a:pPr><a:r><a:rPr lang="en-US" sz="5601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LLM</a:t></a:r><a:endParaRPr lang="en-US" sz="5601" dirty="0"/></a:p></p:txBody></p:sp><p:pic>  <p:nvPicPr><p:cNvPr id="25" name="Image 9" descr="preencoded.png">    </p:cNvPr>    <p:cNvPicPr><a:picLocks noChangeAspect="1"/></p:cNvPicPr>    <p:nvPr></p:nvPr>  </p:nvPicPr><p:blipFill><a:blip r:embed="rId10"></a:blip>  <a:stretch><a:fillRect/></a:stretch></p:blipFill><p:spPr> <a:xfrm>  <a:off x="10123126" y="2981829"/>  <a:ext cx="3226138" cy="594385"/> </a:xfrm> <a:prstGeom prst="rect"><a:avLst/></a:prstGeom></p:spPr></p:pic><p:pic>  <p:nvPicPr><p:cNvPr id="26" name="Image 10" descr="preencoded.png">    </p:cNvPr>    <p:cNvPicPr><a:picLocks noChangeAspect="1"/></p:cNvPicPr>    <p:nvPr></p:nvPr>  </p:nvPicPr><p:blipFill><a:blip r:embed="rId11"></a:blip>  <a:stretch><a:fillRect/></a:stretch></p:blipFill><p:spPr> <a:xfrm>  <a:off x="10123126" y="2981829"/>  <a:ext cx="2372597" cy="594385"/> </a:xfrm> <a:prstGeom prst="rect"><a:avLst/></a:prstGeom></p:spPr></p:pic><p:sp><p:nvSpPr><p:cNvPr id="27" name="Text 14"></p:cNvPr><p:cNvSpPr txBox="1"/><p:nvPr></p:nvPr></p:nvSpPr><p:spPr><a:xfrm><a:off x="8787351" y="5667586"/><a:ext cx="4048276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LLM Agent for Intent</a:t></a:r><a:endParaRPr lang="en-US" sz="3360" dirty="0"/></a:p></p:txBody></p:sp><p:sp><p:nvSpPr><p:cNvPr id="28" name="Text 15"></p:cNvPr><p:cNvSpPr txBox="1"/><p:nvPr></p:nvPr></p:nvSpPr><p:spPr><a:xfrm><a:off x="8976980" y="6236614"/><a:ext cx="3669019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&amp; Layout Planning</a:t></a:r><a:endParaRPr lang="en-US" sz="3360" dirty="0"/></a:p></p:txBody></p:sp><p:pic>  <p:nvPicPr><p:cNvPr id="29" name="Image 11" descr="preencoded.png">    </p:cNvPr>    <p:cNvPicPr><a:picLocks noChangeAspect="1"/></p:cNvPicPr>    <p:nvPr></p:nvPr>  </p:nvPicPr><p:blipFill><a:blip r:embed="rId12"></a:blip>  <a:stretch><a:fillRect/></a:stretch></p:blipFill><p:spPr> <a:xfrm>  <a:off x="14035191" y="1986031"/>  <a:ext cx="1661312" cy="1945826"/> </a:xfrm> <a:prstGeom prst="rect"><a:avLst/></a:prstGeom></p:spPr></p:pic><p:pic>  <p:nvPicPr><p:cNvPr id="30" name="Image 12" descr="preencoded.png">    </p:cNvPr>    <p:cNvPicPr><a:picLocks noChangeAspect="1"/></p:cNvPicPr>    <p:nvPr></p:nvPr>  </p:nvPicPr><p:blipFill><a:blip r:embed="rId13"></a:blip>  <a:stretch><a:fillRect/></a:stretch></p:blipFill><p:spPr> <a:xfrm>  <a:off x="14035191" y="3550857"/>  <a:ext cx="1661312" cy="1305670"/> </a:xfrm> <a:prstGeom prst="rect"><a:avLst/></a:prstGeom></p:spPr></p:pic><p:pic>  <p:nvPicPr><p:cNvPr id="31" name="Image 13" descr="preencoded.png">    </p:cNvPr>    <p:cNvPicPr><a:picLocks noChangeAspect="1"/></p:cNvPicPr>    <p:nvPr></p:nvPr>  </p:nvPicPr><p:blipFill><a:blip r:embed="rId14"></a:blip><a:srcRect l="0" r="0" t="0" b="0"/><a:stretch/></p:blipFill><p:spPr> <a:xfrm>  <a:off x="15769178" y="1002911"/>  <a:ext cx="2076951" cy="2055612"/> </a:xfrm> <a:prstGeom prst="rect"><a:avLst/></a:prstGeom></p:spPr></p:pic><p:sp><p:nvSpPr><p:cNvPr id="32" name="Text 16"></p:cNvPr><p:cNvSpPr txBox="1"/><p:nvPr></p:nvPr></p:nvSpPr><p:spPr><a:xfrm><a:off x="17995499" y="1328751"/><a:ext cx="1486229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Layout</a:t></a:r><a:endParaRPr lang="en-US" sz="3360" dirty="0"/></a:p></p:txBody></p:sp><p:sp><p:nvSpPr><p:cNvPr id="33" name="Text 17"></p:cNvPr><p:cNvSpPr txBox="1"/><p:nvPr></p:nvPr></p:nvSpPr><p:spPr><a:xfrm><a:off x="17995499" y="1827361"/><a:ext cx="2221199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refinement</a:t></a:r><a:endParaRPr lang="en-US" sz="3360" dirty="0"/></a:p></p:txBody></p:sp><p:sp><p:nvSpPr><p:cNvPr id="34" name="Text 18"></p:cNvPr><p:cNvSpPr txBox="1"/><p:nvPr></p:nvPr></p:nvSpPr><p:spPr><a:xfrm><a:off x="17995499" y="2324549"/><a:ext cx="1272844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</a:t></a:r><a:endParaRPr lang="en-US" sz="3360" dirty="0"/></a:p></p:txBody></p:sp><p:pic>  <p:nvPicPr><p:cNvPr id="35" name="Image 14" descr="preencoded.png">    </p:cNvPr>    <p:cNvPicPr><a:picLocks noChangeAspect="1"/></p:cNvPicPr>    <p:nvPr></p:nvPr>  </p:nvPicPr><p:blipFill><a:blip r:embed="rId15"></a:blip><a:srcRect l="0" r="0" t="0" b="0"/><a:stretch/></p:blipFill><p:spPr> <a:xfrm>  <a:off x="15776291" y="3656002"/>  <a:ext cx="2190756" cy="1920468"/> </a:xfrm> <a:prstGeom prst="rect"><a:avLst/></a:prstGeom></p:spPr></p:pic><p:sp><p:nvSpPr><p:cNvPr id="36" name="Text 19"></p:cNvPr><p:cNvSpPr txBox="1"/><p:nvPr></p:nvPr></p:nvSpPr><p:spPr><a:xfrm><a:off x="18137755" y="3818246"/><a:ext cx="1153632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Style</a:t></a:r><a:endParaRPr lang="en-US" sz="3360" dirty="0"/></a:p></p:txBody></p:sp><p:sp><p:nvSpPr><p:cNvPr id="37" name="Text 20"></p:cNvPr><p:cNvSpPr txBox="1"/><p:nvPr></p:nvPr></p:nvSpPr><p:spPr><a:xfrm><a:off x="18137755" y="4316857"/><a:ext cx="1651674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transfer</a:t></a:r><a:endParaRPr lang="en-US" sz="3360" dirty="0"/></a:p></p:txBody></p:sp><p:sp><p:nvSpPr><p:cNvPr id="38" name="Text 21"></p:cNvPr><p:cNvSpPr txBox="1"/><p:nvPr></p:nvPr></p:nvSpPr><p:spPr><a:xfrm><a:off x="18137755" y="4814045"/><a:ext cx="1272844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</a:t></a:r><a:endParaRPr lang="en-US" sz="3360" dirty="0"/></a:p></p:txBody></p:sp><p:sp><p:nvSpPr><p:cNvPr id="39" name="Text 22"></p:cNvPr><p:cNvSpPr txBox="1"/><p:nvPr></p:nvPr></p:nvSpPr><p:spPr><a:xfrm><a:off x="17169484" y="5667586"/><a:ext cx="2363314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Multi-Agent</a:t></a:r><a:endParaRPr lang="en-US" sz="3360" dirty="0"/></a:p></p:txBody></p:sp><p:sp><p:nvSpPr><p:cNvPr id="40" name="Text 23"></p:cNvPr><p:cNvSpPr txBox="1"/><p:nvPr></p:nvPr></p:nvSpPr><p:spPr><a:xfrm><a:off x="16991307" y="6237325"/><a:ext cx="2719596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Collaboration</a:t></a:r><a:endParaRPr lang="en-US" sz="3360" dirty="0"/></a:p></p:txBody></p:sp><p:pic>  <p:nvPicPr><p:cNvPr id="41" name="Image 15" descr="preencoded.png">    </p:cNvPr>    <p:cNvPicPr><a:picLocks noChangeAspect="1"/></p:cNvPicPr>    <p:nvPr></p:nvPr>  </p:nvPicPr><p:blipFill><a:blip r:embed="rId16"></a:blip>  <a:stretch><a:fillRect/></a:stretch></p:blipFill><p:spPr> <a:xfrm>  <a:off x="20081109" y="1986031"/>  <a:ext cx="1305670" cy="1945826"/> </a:xfrm> <a:prstGeom prst="rect"><a:avLst/></a:prstGeom></p:spPr></p:pic><p:pic>  <p:nvPicPr><p:cNvPr id="42" name="Image 16" descr="preencoded.png">    </p:cNvPr>    <p:cNvPicPr><a:picLocks noChangeAspect="1"/></p:cNvPicPr>    <p:nvPr></p:nvPr>  </p:nvPicPr><p:blipFill><a:blip r:embed="rId17"></a:blip>  <a:stretch><a:fillRect/></a:stretch></p:blipFill><p:spPr> <a:xfrm>  <a:off x="20081109" y="3550857"/>  <a:ext cx="1305670" cy="1305670"/> </a:xfrm> <a:prstGeom prst="rect"><a:avLst/></a:prstGeom></p:spPr></p:pic><p:pic>  <p:nvPicPr><p:cNvPr id="43" name="Image 17" descr="preencoded.png">    </p:cNvPr>    <p:cNvPicPr><a:picLocks noChangeAspect="1"/></p:cNvPicPr>    <p:nvPr></p:nvPr>  </p:nvPicPr><p:blipFill><a:blip r:embed="rId18"></a:blip><a:srcRect l="0" r="0" t="0" b="0"/><a:stretch/></p:blipFill><p:spPr> <a:xfrm>  <a:off x="21388326" y="2169418"/>  <a:ext cx="1230522" cy="1429682"/> </a:xfrm> <a:prstGeom prst="rect"><a:avLst/></a:prstGeom></p:spPr></p:pic><p:sp><p:nvSpPr><p:cNvPr id="44" name="Shape 24"></p:cNvPr><p:cNvSpPr/><p:nvPr></p:nvPr></p:nvSpPr><p:spPr><a:xfrm><a:off x="22120949" y="3741357"/><a:ext cx="853541" cy="9525"/></a:xfrm><a:prstGeom prst="line"><a:avLst></a:avLst></a:prstGeom><a:noFill/><a:ln w="85354"><a:solidFill><a:srgbClr val="333333"/></a:solidFill><a:prstDash val="solid"/><a:headEnd type="none"/><a:tailEnd type="triangle"/></a:ln></p:spPr></p:sp><p:pic>  <p:nvPicPr><p:cNvPr id="45" name="Image 18" descr="preencoded.png">    </p:cNvPr>    <p:cNvPicPr><a:picLocks noChangeAspect="1"/></p:cNvPicPr>    <p:nvPr></p:nvPr>  </p:nvPicPr><p:blipFill><a:blip r:embed="rId19"></a:blip>  <a:stretch><a:fillRect/></a:stretch></p:blipFill><p:spPr> <a:xfrm>  <a:off x="22997376" y="350076"/>  <a:ext cx="7351588" cy="5502249"/> </a:xfrm> <a:prstGeom prst="rect"><a:avLst/></a:prstGeom></p:spPr></p:pic><p:pic>  <p:nvPicPr><p:cNvPr id="46" name="Image 19" descr="preencoded.png">    </p:cNvPr>    <p:cNvPicPr><a:picLocks noChangeAspect="1"/></p:cNvPicPr>    <p:nvPr></p:nvPr>  </p:nvPicPr><p:blipFill><a:blip r:embed="rId20"></a:blip>  <a:stretch><a:fillRect/></a:stretch></p:blipFill><p:spPr> <a:xfrm>  <a:off x="23495275" y="1203618"/>  <a:ext cx="3581780" cy="4079680"/> </a:xfrm> <a:prstGeom prst="rect"><a:avLst/></a:prstGeom></p:spPr></p:pic><p:pic>  <p:nvPicPr><p:cNvPr id="47" name="Image 20" descr="preencoded.png">    </p:cNvPr>    <p:cNvPicPr><a:picLocks noChangeAspect="1"/></p:cNvPicPr>    <p:nvPr></p:nvPr>  </p:nvPicPr><p:blipFill><a:blip r:embed="rId21"></a:blip>  <a:stretch><a:fillRect/></a:stretch></p:blipFill><p:spPr> <a:xfrm>  <a:off x="23779789" y="990232"/>  <a:ext cx="3581780" cy="4079680"/> </a:xfrm> <a:prstGeom prst="rect"><a:avLst/></a:prstGeom></p:spPr></p:pic><p:pic>  <p:nvPicPr><p:cNvPr id="48" name="Image 21" descr="preencoded.png">    </p:cNvPr>    <p:cNvPicPr><a:picLocks noChangeAspect="1"/></p:cNvPicPr>    <p:nvPr></p:nvPr>  </p:nvPicPr><p:blipFill><a:blip r:embed="rId22"></a:blip>  <a:stretch><a:fillRect/></a:stretch></p:blipFill><p:spPr> <a:xfrm>  <a:off x="24064302" y="776847"/>  <a:ext cx="3581780" cy="4079680"/> </a:xfrm> <a:prstGeom prst="rect"><a:avLst/></a:prstGeom></p:spPr></p:pic><p:pic>  <p:nvPicPr><p:cNvPr id="49" name="Image 22" descr="preencoded.png">    </p:cNvPr>    <p:cNvPicPr><a:picLocks noChangeAspect="1"/></p:cNvPicPr>    <p:nvPr></p:nvPr>  </p:nvPicPr><p:blipFill><a:blip r:embed="rId23"></a:blip>  <a:stretch><a:fillRect/></a:stretch></p:blipFill><p:spPr> <a:xfrm>  <a:off x="25984771" y="1132489"/>  <a:ext cx="3012753" cy="4008551"/> </a:xfrm> <a:prstGeom prst="rect"><a:avLst/></a:prstGeom></p:spPr></p:pic><p:sp><p:nvSpPr><p:cNvPr id="50" name="Text 25"></p:cNvPr><p:cNvSpPr txBox="1"/><p:nvPr></p:nvPr></p:nvSpPr><p:spPr><a:xfrm><a:off x="26458291" y="1409908"/><a:ext cx="2065713" cy="233515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1508"/></a:lnSpc><a:buNone/></a:pPr><a:r><a:rPr lang="en-US" sz="1344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Scientific methodology</a:t></a:r><a:endParaRPr lang="en-US" sz="1344" dirty="0"/></a:p></p:txBody></p:sp><p:sp><p:nvSpPr><p:cNvPr id="51" name="Shape 26"></p:cNvPr><p:cNvSpPr/><p:nvPr></p:nvPr></p:nvSpPr><p:spPr><a:xfrm><a:off x="26459784" y="1749760"/><a:ext cx="2062725" cy="9525"/></a:xfrm><a:prstGeom prst="line"><a:avLst></a:avLst></a:prstGeom><a:noFill/><a:ln w="21336"><a:solidFill><a:srgbClr val="E74C3C"/></a:solidFill><a:prstDash val="solid"/><a:headEnd type="none"/><a:tailEnd type="none"/></a:ln></p:spPr></p:sp><p:sp><p:nvSpPr><p:cNvPr id="52" name="Text 27"></p:cNvPr><p:cNvSpPr txBox="1"/><p:nvPr></p:nvPr></p:nvSpPr><p:spPr><a:xfrm><a:off x="27147952" y="1869256"/><a:ext cx="686390" cy="19617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1260"/></a:lnSpc><a:buNone/></a:pPr><a:r><a:rPr lang="en-US" sz="112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Method A</a:t></a:r><a:endParaRPr lang="en-US" sz="1120" dirty="0"/></a:p></p:txBody></p:sp><p:sp><p:nvSpPr><p:cNvPr id="53" name="Shape 28"></p:cNvPr><p:cNvSpPr/><p:nvPr></p:nvPr></p:nvSpPr><p:spPr><a:xfrm><a:off x="26530913" y="2247659"/><a:ext cx="426771" cy="426771"/></a:xfrm><a:prstGeom prst="ellipse"><a:avLst></a:avLst></a:prstGeom><a:solidFill><a:srgbClr val="E8DAEF"/></a:solidFill><a:ln w="28451"><a:solidFill><a:srgbClr val="8E44AD"/></a:solidFill><a:prstDash val="solid"/></a:ln></p:spPr></p:sp><p:sp><p:nvSpPr><p:cNvPr id="54" name="Shape 29"></p:cNvPr><p:cNvSpPr/><p:nvPr></p:nvPr></p:nvSpPr><p:spPr><a:xfrm><a:off x="27099940" y="2318788"/><a:ext cx="711285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55" name="Shape 30"></p:cNvPr><p:cNvSpPr/><p:nvPr></p:nvPr></p:nvSpPr><p:spPr><a:xfrm><a:off x="27099940" y="2461044"/><a:ext cx="569028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56" name="Shape 31"></p:cNvPr><p:cNvSpPr/><p:nvPr></p:nvPr></p:nvSpPr><p:spPr><a:xfrm><a:off x="27099940" y="2603301"/><a:ext cx="426771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57" name="Shape 32"></p:cNvPr><p:cNvSpPr/><p:nvPr></p:nvPr></p:nvSpPr><p:spPr><a:xfrm><a:off x="28095739" y="2247659"/><a:ext cx="284514" cy="355642"/></a:xfrm><a:prstGeom prst="rect"><a:avLst></a:avLst></a:prstGeom><a:solidFill><a:srgbClr val="D4E6F1"/></a:solidFill><a:ln w="28451"><a:solidFill><a:srgbClr val="2980B9"/></a:solidFill><a:prstDash val="solid"/></a:ln></p:spPr></p:sp><p:sp><p:nvSpPr><p:cNvPr id="58" name="Shape 33"></p:cNvPr><p:cNvSpPr/><p:nvPr></p:nvPr></p:nvSpPr><p:spPr><a:xfrm><a:off x="26388656" y="2887815"/><a:ext cx="2204982" cy="9525"/></a:xfrm><a:prstGeom prst="line"><a:avLst></a:avLst></a:prstGeom><a:noFill/><a:ln w="14230"><a:solidFill><a:srgbClr val="BDC3C7"/></a:solidFill><a:prstDash val="solid"/><a:headEnd type="none"/><a:tailEnd type="none"/></a:ln></p:spPr></p:sp><p:pic>  <p:nvPicPr><p:cNvPr id="59" name="Image 23" descr="preencoded.png">    </p:cNvPr>    <p:cNvPicPr><a:picLocks noChangeAspect="1"/></p:cNvPicPr>    <p:nvPr></p:nvPr>  </p:nvPicPr><p:blipFill><a:blip r:embed="rId24"></a:blip>  <a:stretch><a:fillRect/></a:stretch></p:blipFill><p:spPr> <a:xfrm>  <a:off x="26198156" y="2839572"/>  <a:ext cx="950028" cy="807771"/> </a:xfrm> <a:prstGeom prst="rect"><a:avLst/></a:prstGeom></p:spPr></p:pic><p:sp><p:nvSpPr><p:cNvPr id="60" name="Text 34"></p:cNvPr><p:cNvSpPr txBox="1"/><p:nvPr></p:nvPr></p:nvSpPr><p:spPr><a:xfrm><a:off x="26502177" y="3020043"/><a:ext cx="342057" cy="392345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2520"/></a:lnSpc><a:buNone/></a:pPr><a:r><a:rPr lang="en-US" sz="2240" b="1" dirty="0"><a:solidFill><a:srgbClr val="2980B9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B</a:t></a:r><a:endParaRPr lang="en-US" sz="2240" dirty="0"/></a:p></p:txBody></p:sp><p:sp><p:nvSpPr><p:cNvPr id="61" name="Shape 35"></p:cNvPr><p:cNvSpPr/><p:nvPr></p:nvPr></p:nvSpPr><p:spPr><a:xfrm><a:off x="27099940" y="3136765"/><a:ext cx="711285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62" name="Shape 36"></p:cNvPr><p:cNvSpPr/><p:nvPr></p:nvPr></p:nvSpPr><p:spPr><a:xfrm><a:off x="27099940" y="3279022"/><a:ext cx="569028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63" name="Shape 37"></p:cNvPr><p:cNvSpPr/><p:nvPr></p:nvPr></p:nvSpPr><p:spPr><a:xfrm><a:off x="27099940" y="3421279"/><a:ext cx="426771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64" name="Shape 38"></p:cNvPr><p:cNvSpPr/><p:nvPr></p:nvPr></p:nvSpPr><p:spPr><a:xfrm><a:off x="28060175" y="3065636"/><a:ext cx="355642" cy="355642"/></a:xfrm><a:prstGeom prst="ellipse"><a:avLst></a:avLst></a:prstGeom><a:solidFill><a:srgbClr val="FADBD8"/></a:solidFill><a:ln w="28451"><a:solidFill><a:srgbClr val="E74C3C"/></a:solidFill><a:prstDash val="solid"/></a:ln></p:spPr></p:sp><p:sp><p:nvSpPr><p:cNvPr id="65" name="Shape 39"></p:cNvPr><p:cNvSpPr/><p:nvPr></p:nvPr></p:nvSpPr><p:spPr><a:xfrm><a:off x="26388656" y="3670228"/><a:ext cx="2204982" cy="9525"/></a:xfrm><a:prstGeom prst="line"><a:avLst></a:avLst></a:prstGeom><a:noFill/><a:ln w="14230"><a:solidFill><a:srgbClr val="BDC3C7"/></a:solidFill><a:prstDash val="solid"/><a:headEnd type="none"/><a:tailEnd type="none"/></a:ln></p:spPr></p:sp><p:pic>  <p:nvPicPr><p:cNvPr id="66" name="Image 24" descr="preencoded.png">    </p:cNvPr>    <p:cNvPicPr><a:picLocks noChangeAspect="1"/></p:cNvPicPr>    <p:nvPr></p:nvPr>  </p:nvPicPr><p:blipFill><a:blip r:embed="rId25"></a:blip>  <a:stretch><a:fillRect/></a:stretch></p:blipFill><p:spPr> <a:xfrm>  <a:off x="26198156" y="3621985"/>  <a:ext cx="950028" cy="807771"/> </a:xfrm> <a:prstGeom prst="rect"><a:avLst/></a:prstGeom></p:spPr></p:pic><p:sp><p:nvSpPr><p:cNvPr id="67" name="Text 40"></p:cNvPr><p:cNvSpPr txBox="1"/><p:nvPr></p:nvPr></p:nvSpPr><p:spPr><a:xfrm><a:off x="26502177" y="3802456"/><a:ext cx="342057" cy="392345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2520"/></a:lnSpc><a:buNone/></a:pPr><a:r><a:rPr lang="en-US" sz="2240" b="1" dirty="0"><a:solidFill><a:srgbClr val="E74C3C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</a:t></a:r><a:endParaRPr lang="en-US" sz="2240" dirty="0"/></a:p></p:txBody></p:sp><p:sp><p:nvSpPr><p:cNvPr id="68" name="Shape 41"></p:cNvPr><p:cNvSpPr/><p:nvPr></p:nvPr></p:nvSpPr><p:spPr><a:xfrm><a:off x="27099940" y="3919178"/><a:ext cx="711285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69" name="Shape 42"></p:cNvPr><p:cNvSpPr/><p:nvPr></p:nvPr></p:nvSpPr><p:spPr><a:xfrm><a:off x="27099940" y="4061435"/><a:ext cx="569028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70" name="Shape 43"></p:cNvPr><p:cNvSpPr/><p:nvPr></p:nvPr></p:nvSpPr><p:spPr><a:xfrm><a:off x="27099940" y="4203692"/><a:ext cx="426771" cy="9525"/></a:xfrm><a:prstGeom prst="line"><a:avLst></a:avLst></a:prstGeom><a:noFill/><a:ln w="42682"><a:solidFill><a:srgbClr val="BDC3C7"/></a:solidFill><a:prstDash val="solid"/><a:headEnd type="none"/><a:tailEnd type="none"/></a:ln></p:spPr></p:sp><p:sp><p:nvSpPr><p:cNvPr id="71" name="Shape 44"></p:cNvPr><p:cNvSpPr/><p:nvPr></p:nvPr></p:nvSpPr><p:spPr><a:xfrm><a:off x="28095739" y="3848049"/><a:ext cx="284514" cy="355642"/></a:xfrm><a:prstGeom prst="rect"><a:avLst></a:avLst></a:prstGeom><a:solidFill><a:srgbClr val="FCF3CF"/></a:solidFill><a:ln w="28451"><a:solidFill><a:srgbClr val="F1C40F"/></a:solidFill><a:prstDash val="solid"/></a:ln></p:spPr></p:sp><p:sp><p:nvSpPr><p:cNvPr id="72" name="Shape 45"></p:cNvPr><p:cNvSpPr/><p:nvPr></p:nvPr></p:nvSpPr><p:spPr><a:xfrm flipV="1"><a:off x="25677371" y="3030072"/><a:ext cx="1422569" cy="924670"/></a:xfrm><a:prstGeom prst="line"><a:avLst></a:avLst></a:prstGeom><a:noFill/><a:ln w="177822"><a:solidFill><a:srgbClr val="4B77BE"/></a:solidFill><a:prstDash val="solid"/><a:headEnd type="none"/><a:tailEnd type="triangle"/></a:ln></p:spPr></p:sp><p:sp><p:nvSpPr><p:cNvPr id="73" name="Shape 46"></p:cNvPr><p:cNvSpPr/><p:nvPr></p:nvPr></p:nvSpPr><p:spPr><a:xfrm flipV="1"><a:off x="25677371" y="3030072"/><a:ext cx="1422569" cy="924670"/></a:xfrm><a:prstGeom prst="line"><a:avLst></a:avLst></a:prstGeom><a:noFill/><a:ln w="106690"><a:solidFill><a:srgbClr val="FFFFFF"/></a:solidFill><a:prstDash val="solid"/><a:headEnd type="none"/><a:tailEnd type="none"/></a:ln></p:spPr></p:sp><p:sp><p:nvSpPr><p:cNvPr id="74" name="Text 47"></p:cNvPr><p:cNvSpPr txBox="1"/><p:nvPr></p:nvPr></p:nvSpPr><p:spPr><a:xfrm><a:off x="24495359" y="5668298"/><a:ext cx="4355622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Drawnix Board &amp; Plait</a:t></a:r><a:endParaRPr lang="en-US" sz="3360" dirty="0"/></a:p></p:txBody></p:sp><p:sp><p:nvSpPr><p:cNvPr id="75" name="Text 48"></p:cNvPr><p:cNvSpPr txBox="1"/><p:nvPr></p:nvPr></p:nvSpPr><p:spPr><a:xfrm><a:off x="24957765" y="6236614"/><a:ext cx="3430810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JSON Rendering</a:t></a:r><a:endParaRPr lang="en-US" sz="3360" dirty="0"/></a:p></p:txBody></p:sp><p:sp><p:nvSpPr><p:cNvPr id="76" name="Text 49"></p:cNvPr><p:cNvSpPr txBox="1"/><p:nvPr></p:nvPr></p:nvSpPr><p:spPr><a:xfrm><a:off x="711285" y="8550351"/><a:ext cx="769610" cy="87687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5636"/></a:lnSpc><a:buNone/></a:pPr><a:r><a:rPr lang="en-US" sz="5041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B</a:t></a:r><a:endParaRPr lang="en-US" sz="5041" dirty="0"/></a:p></p:txBody></p:sp><p:sp><p:nvSpPr><p:cNvPr id="77" name="Text 50"></p:cNvPr><p:cNvSpPr txBox="1"/><p:nvPr></p:nvPr></p:nvSpPr><p:spPr><a:xfrm><a:off x="3257683" y="17083203"/><a:ext cx="9632500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(b) Multi-Agent Roles and Collaboration</a:t></a:r><a:endParaRPr lang="en-US" sz="3920" dirty="0"/></a:p></p:txBody></p:sp><p:pic>  <p:nvPicPr><p:cNvPr id="78" name="Image 25" descr="preencoded.png">    </p:cNvPr>    <p:cNvPicPr><a:picLocks noChangeAspect="1"/></p:cNvPicPr>    <p:nvPr></p:nvPr>  </p:nvPicPr><p:blipFill><a:blip r:embed="rId26"></a:blip>  <a:stretch><a:fillRect/></a:stretch></p:blipFill><p:spPr> <a:xfrm>  <a:off x="1089812" y="9027747"/>  <a:ext cx="5715634" cy="1661312"/> </a:xfrm> <a:prstGeom prst="rect"><a:avLst/></a:prstGeom></p:spPr></p:pic><p:pic>  <p:nvPicPr><p:cNvPr id="79" name="Image 26" descr="preencoded.png">    </p:cNvPr>    <p:cNvPicPr><a:picLocks noChangeAspect="1"/></p:cNvPicPr>    <p:nvPr></p:nvPr>  </p:nvPicPr><p:blipFill><a:blip r:embed="rId27"></a:blip><a:srcRect l="0" r="0" t="0" b="0"/><a:stretch/></p:blipFill><p:spPr> <a:xfrm>  <a:off x="1820888" y="9040426"/>  <a:ext cx="1436795" cy="1707083"/> </a:xfrm> <a:prstGeom prst="rect"><a:avLst/></a:prstGeom></p:spPr></p:pic><p:sp><p:nvSpPr><p:cNvPr id="80" name="Text 51"></p:cNvPr><p:cNvSpPr txBox="1"/><p:nvPr></p:nvPr></p:nvSpPr><p:spPr><a:xfrm><a:off x="3983193" y="9468051"/><a:ext cx="1917765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Planner</a:t></a:r><a:endParaRPr lang="en-US" sz="3640" dirty="0"/></a:p></p:txBody></p:sp><p:pic>  <p:nvPicPr><p:cNvPr id="81" name="Image 27" descr="preencoded.png">    </p:cNvPr>    <p:cNvPicPr><a:picLocks noChangeAspect="1"/></p:cNvPicPr>    <p:nvPr></p:nvPr>  </p:nvPicPr><p:blipFill><a:blip r:embed="rId28"></a:blip>  <a:stretch><a:fillRect/></a:stretch></p:blipFill><p:spPr> <a:xfrm>  <a:off x="6780088" y="9027747"/>  <a:ext cx="7138203" cy="1661312"/> </a:xfrm> <a:prstGeom prst="rect"><a:avLst/></a:prstGeom></p:spPr></p:pic><p:sp><p:nvSpPr><p:cNvPr id="82" name="Text 52"></p:cNvPr><p:cNvSpPr txBox="1"/><p:nvPr></p:nvPr></p:nvSpPr><p:spPr><a:xfrm><a:off x="8472323" y="9262205"/><a:ext cx="3753733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User Intent Analysis,</a:t></a:r><a:endParaRPr lang="en-US" sz="3080" dirty="0"/></a:p></p:txBody></p:sp><p:sp><p:nvSpPr><p:cNvPr id="83" name="Text 53"></p:cNvPr><p:cNvSpPr txBox="1"/><p:nvPr></p:nvPr></p:nvSpPr><p:spPr><a:xfrm><a:off x="8722055" y="9760104"/><a:ext cx="3254198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Schema Planning</a:t></a:r><a:endParaRPr lang="en-US" sz="3080" dirty="0"/></a:p></p:txBody></p:sp><p:pic>  <p:nvPicPr><p:cNvPr id="84" name="Image 28" descr="preencoded.png">    </p:cNvPr>    <p:cNvPicPr><a:picLocks noChangeAspect="1"/></p:cNvPicPr>    <p:nvPr></p:nvPr>  </p:nvPicPr><p:blipFill><a:blip r:embed="rId29"></a:blip>  <a:stretch><a:fillRect/></a:stretch></p:blipFill><p:spPr> <a:xfrm>  <a:off x="1089812" y="11019344"/>  <a:ext cx="5715634" cy="1661312"/> </a:xfrm> <a:prstGeom prst="rect"><a:avLst/></a:prstGeom></p:spPr></p:pic><p:pic>  <p:nvPicPr><p:cNvPr id="85" name="Image 29" descr="preencoded.png">    </p:cNvPr>    <p:cNvPicPr><a:picLocks noChangeAspect="1"/></p:cNvPicPr>    <p:nvPr></p:nvPr>  </p:nvPicPr><p:blipFill><a:blip r:embed="rId30"></a:blip><a:srcRect l="0" r="0" t="0" b="0"/><a:stretch/></p:blipFill><p:spPr> <a:xfrm>  <a:off x="1479472" y="11181393"/>  <a:ext cx="2048499" cy="1650180"/> </a:xfrm> <a:prstGeom prst="rect"><a:avLst/></a:prstGeom></p:spPr></p:pic><p:sp><p:nvSpPr><p:cNvPr id="86" name="Text 54"></p:cNvPr><p:cNvSpPr txBox="1"/><p:nvPr></p:nvPr></p:nvSpPr><p:spPr><a:xfrm><a:off x="3983193" y="11175133"/><a:ext cx="1326972" cy="630411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Style</a:t></a:r><a:endParaRPr lang="en-US" sz="3640" dirty="0"/></a:p></p:txBody></p:sp><p:sp><p:nvSpPr><p:cNvPr id="87" name="Text 55"></p:cNvPr><p:cNvSpPr txBox="1"/><p:nvPr></p:nvPr></p:nvSpPr><p:spPr><a:xfrm><a:off x="3983193" y="11744161"/><a:ext cx="1531751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</a:t></a:r><a:endParaRPr lang="en-US" sz="3640" dirty="0"/></a:p></p:txBody></p:sp><p:pic>  <p:nvPicPr><p:cNvPr id="88" name="Image 30" descr="preencoded.png">    </p:cNvPr>    <p:cNvPicPr><a:picLocks noChangeAspect="1"/></p:cNvPicPr>    <p:nvPr></p:nvPr>  </p:nvPicPr><p:blipFill><a:blip r:embed="rId31"></a:blip>  <a:stretch><a:fillRect/></a:stretch></p:blipFill><p:spPr> <a:xfrm>  <a:off x="6780088" y="11019344"/>  <a:ext cx="7138203" cy="1661312"/> </a:xfrm> <a:prstGeom prst="rect"><a:avLst/></a:prstGeom></p:spPr></p:pic><p:sp><p:nvSpPr><p:cNvPr id="89" name="Text 56"></p:cNvPr><p:cNvSpPr txBox="1"/><p:nvPr></p:nvPr></p:nvSpPr><p:spPr><a:xfrm><a:off x="8700575" y="11253802"/><a:ext cx="3297231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Figure Aesthetics,</a:t></a:r><a:endParaRPr lang="en-US" sz="3080" dirty="0"/></a:p></p:txBody></p:sp><p:sp><p:nvSpPr><p:cNvPr id="90" name="Text 57"></p:cNvPr><p:cNvSpPr txBox="1"/><p:nvPr></p:nvPr></p:nvSpPr><p:spPr><a:xfrm><a:off x="9026556" y="11751701"/><a:ext cx="2645267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Icon Selection</a:t></a:r><a:endParaRPr lang="en-US" sz="3080" dirty="0"/></a:p></p:txBody></p:sp><p:pic>  <p:nvPicPr><p:cNvPr id="91" name="Image 31" descr="preencoded.png">    </p:cNvPr>    <p:cNvPicPr><a:picLocks noChangeAspect="1"/></p:cNvPicPr>    <p:nvPr></p:nvPr>  </p:nvPicPr><p:blipFill><a:blip r:embed="rId32"></a:blip>  <a:stretch><a:fillRect/></a:stretch></p:blipFill><p:spPr> <a:xfrm>  <a:off x="1089812" y="13010941"/>  <a:ext cx="5715634" cy="1661312"/> </a:xfrm> <a:prstGeom prst="rect"><a:avLst/></a:prstGeom></p:spPr></p:pic><p:pic>  <p:nvPicPr><p:cNvPr id="92" name="Image 32" descr="preencoded.png">    </p:cNvPr>    <p:cNvPicPr><a:picLocks noChangeAspect="1"/></p:cNvPicPr>    <p:nvPr></p:nvPr>  </p:nvPicPr><p:blipFill><a:blip r:embed="rId33"></a:blip><a:srcRect l="0" r="0" t="0" b="0"/><a:stretch/></p:blipFill><p:spPr> <a:xfrm>  <a:off x="1586164" y="13336585"/>  <a:ext cx="1678631" cy="1500810"/> </a:xfrm> <a:prstGeom prst="rect"><a:avLst/></a:prstGeom></p:spPr></p:pic><p:sp><p:nvSpPr><p:cNvPr id="93" name="Text 58"></p:cNvPr><p:cNvSpPr txBox="1"/><p:nvPr></p:nvPr></p:nvSpPr><p:spPr><a:xfrm><a:off x="3983193" y="13166730"/><a:ext cx="1737455" cy="630411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Layout</a:t></a:r><a:endParaRPr lang="en-US" sz="3640" dirty="0"/></a:p></p:txBody></p:sp><p:sp><p:nvSpPr><p:cNvPr id="94" name="Text 59"></p:cNvPr><p:cNvSpPr txBox="1"/><p:nvPr></p:nvPr></p:nvSpPr><p:spPr><a:xfrm><a:off x="3983193" y="13735758"/><a:ext cx="1531751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</a:t></a:r><a:endParaRPr lang="en-US" sz="3640" dirty="0"/></a:p></p:txBody></p:sp><p:pic>  <p:nvPicPr><p:cNvPr id="95" name="Image 33" descr="preencoded.png">    </p:cNvPr>    <p:cNvPicPr><a:picLocks noChangeAspect="1"/></p:cNvPicPr>    <p:nvPr></p:nvPr>  </p:nvPicPr><p:blipFill><a:blip r:embed="rId34"></a:blip>  <a:stretch><a:fillRect/></a:stretch></p:blipFill><p:spPr> <a:xfrm>  <a:off x="6780088" y="13010941"/>  <a:ext cx="7138203" cy="1661312"/> </a:xfrm> <a:prstGeom prst="rect"><a:avLst/></a:prstGeom></p:spPr></p:pic><p:sp><p:nvSpPr><p:cNvPr id="96" name="Text 60"></p:cNvPr><p:cNvSpPr txBox="1"/><p:nvPr></p:nvPr></p:nvSpPr><p:spPr><a:xfrm><a:off x="8178421" y="13245398"/><a:ext cx="4341467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Component Positioning,</a:t></a:r><a:endParaRPr lang="en-US" sz="3080" dirty="0"/></a:p></p:txBody></p:sp><p:sp><p:nvSpPr><p:cNvPr id="97" name="Text 61"></p:cNvPr><p:cNvSpPr txBox="1"/><p:nvPr></p:nvPr></p:nvSpPr><p:spPr><a:xfrm><a:off x="8211424" y="13743297"/><a:ext cx="4275602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Connector Optimization</a:t></a:r><a:endParaRPr lang="en-US" sz="3080" dirty="0"/></a:p></p:txBody></p:sp><p:pic>  <p:nvPicPr><p:cNvPr id="98" name="Image 34" descr="preencoded.png">    </p:cNvPr>    <p:cNvPicPr><a:picLocks noChangeAspect="1"/></p:cNvPicPr>    <p:nvPr></p:nvPr>  </p:nvPicPr><p:blipFill><a:blip r:embed="rId35"></a:blip>  <a:stretch><a:fillRect/></a:stretch></p:blipFill><p:spPr> <a:xfrm>  <a:off x="1089812" y="15002537"/>  <a:ext cx="5715634" cy="1661312"/> </a:xfrm> <a:prstGeom prst="rect"><a:avLst/></a:prstGeom></p:spPr></p:pic><p:pic>  <p:nvPicPr><p:cNvPr id="99" name="Image 35" descr="preencoded.png">    </p:cNvPr>    <p:cNvPicPr><a:picLocks noChangeAspect="1"/></p:cNvPicPr>    <p:nvPr></p:nvPr>  </p:nvPicPr><p:blipFill><a:blip r:embed="rId36"></a:blip><a:srcRect l="0" r="0" t="0" b="0"/><a:stretch/></p:blipFill><p:spPr> <a:xfrm>  <a:off x="1557713" y="15342407"/>  <a:ext cx="1799550" cy="1564826"/> </a:xfrm> <a:prstGeom prst="rect"><a:avLst/></a:prstGeom></p:spPr></p:pic><p:sp><p:nvSpPr><p:cNvPr id="100" name="Text 62"></p:cNvPr><p:cNvSpPr txBox="1"/><p:nvPr></p:nvPr></p:nvSpPr><p:spPr><a:xfrm><a:off x="3983193" y="15158256"/><a:ext cx="2251856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Renderer</a:t></a:r><a:endParaRPr lang="en-US" sz="3640" dirty="0"/></a:p></p:txBody></p:sp><p:sp><p:nvSpPr><p:cNvPr id="101" name="Text 63"></p:cNvPr><p:cNvSpPr txBox="1"/><p:nvPr></p:nvPr></p:nvSpPr><p:spPr><a:xfrm><a:off x="3983193" y="15727283"/><a:ext cx="1531751" cy="630411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</a:t></a:r><a:endParaRPr lang="en-US" sz="3640" dirty="0"/></a:p></p:txBody></p:sp><p:pic>  <p:nvPicPr><p:cNvPr id="102" name="Image 36" descr="preencoded.png">    </p:cNvPr>    <p:cNvPicPr><a:picLocks noChangeAspect="1"/></p:cNvPicPr>    <p:nvPr></p:nvPr>  </p:nvPicPr><p:blipFill><a:blip r:embed="rId37"></a:blip>  <a:stretch><a:fillRect/></a:stretch></p:blipFill><p:spPr> <a:xfrm>  <a:off x="6780088" y="15002537"/>  <a:ext cx="7138203" cy="1661312"/> </a:xfrm> <a:prstGeom prst="rect"><a:avLst/></a:prstGeom></p:spPr></p:pic><p:sp><p:nvSpPr><p:cNvPr id="103" name="Text 64"></p:cNvPr><p:cNvSpPr txBox="1"/><p:nvPr></p:nvPr></p:nvSpPr><p:spPr><a:xfrm><a:off x="7915316" y="15236995"/><a:ext cx="4867676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JSON Structure Validation,</a:t></a:r><a:endParaRPr lang="en-US" sz="3080" dirty="0"/></a:p></p:txBody></p:sp><p:sp><p:nvSpPr><p:cNvPr id="104" name="Text 65"></p:cNvPr><p:cNvSpPr txBox="1"/><p:nvPr></p:nvPr></p:nvSpPr><p:spPr><a:xfrm><a:off x="8678880" y="15734894"/><a:ext cx="3340548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Zero-Loss Render</a:t></a:r><a:endParaRPr lang="en-US" sz="3080" dirty="0"/></a:p></p:txBody></p:sp><p:pic>  <p:nvPicPr><p:cNvPr id="105" name="Image 37" descr="preencoded.png">    </p:cNvPr>    <p:cNvPicPr><a:picLocks noChangeAspect="1"/></p:cNvPicPr>    <p:nvPr></p:nvPr>  </p:nvPicPr><p:blipFill><a:blip r:embed="rId38"></a:blip>  <a:stretch><a:fillRect/></a:stretch></p:blipFill><p:spPr> <a:xfrm>  <a:off x="13608420" y="9667904"/>  <a:ext cx="1376798" cy="3368395"/> </a:xfrm> <a:prstGeom prst="rect"><a:avLst/></a:prstGeom></p:spPr></p:pic><p:pic>  <p:nvPicPr><p:cNvPr id="106" name="Image 38" descr="preencoded.png">    </p:cNvPr>    <p:cNvPicPr><a:picLocks noChangeAspect="1"/></p:cNvPicPr>    <p:nvPr></p:nvPr>  </p:nvPicPr><p:blipFill><a:blip r:embed="rId39"></a:blip>  <a:stretch><a:fillRect/></a:stretch></p:blipFill><p:spPr> <a:xfrm>  <a:off x="13608420" y="11659500"/>  <a:ext cx="1376798" cy="1376798"/> </a:xfrm> <a:prstGeom prst="rect"><a:avLst/></a:prstGeom></p:spPr></p:pic><p:pic>  <p:nvPicPr><p:cNvPr id="107" name="Image 39" descr="preencoded.png">    </p:cNvPr>    <p:cNvPicPr><a:picLocks noChangeAspect="1"/></p:cNvPicPr>    <p:nvPr></p:nvPr>  </p:nvPicPr><p:blipFill><a:blip r:embed="rId40"></a:blip>  <a:stretch><a:fillRect/></a:stretch></p:blipFill><p:spPr> <a:xfrm>  <a:off x="13608420" y="12655299"/>  <a:ext cx="1376798" cy="1376798"/> </a:xfrm> <a:prstGeom prst="rect"><a:avLst/></a:prstGeom></p:spPr></p:pic><p:pic>  <p:nvPicPr><p:cNvPr id="108" name="Image 40" descr="preencoded.png">    </p:cNvPr>    <p:cNvPicPr><a:picLocks noChangeAspect="1"/></p:cNvPicPr>    <p:nvPr></p:nvPr>  </p:nvPicPr><p:blipFill><a:blip r:embed="rId41"></a:blip>  <a:stretch><a:fillRect/></a:stretch></p:blipFill><p:spPr> <a:xfrm>  <a:off x="13608420" y="12655299"/>  <a:ext cx="1376798" cy="3368395"/> </a:xfrm> <a:prstGeom prst="rect"><a:avLst/></a:prstGeom></p:spPr></p:pic><p:sp><p:nvSpPr><p:cNvPr id="109" name="Text 66"></p:cNvPr><p:cNvSpPr txBox="1"/><p:nvPr></p:nvPr></p:nvSpPr><p:spPr><a:xfrm><a:off x="16928572" y="8999954"/><a:ext cx="10445498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(c) Key Method Components &amp; Advantages</a:t></a:r><a:endParaRPr lang="en-US" sz="3920" dirty="0"/></a:p></p:txBody></p:sp><p:pic>  <p:nvPicPr><p:cNvPr id="110" name="Image 41" descr="preencoded.png">    </p:cNvPr>    <p:cNvPicPr><a:picLocks noChangeAspect="1"/></p:cNvPicPr>    <p:nvPr></p:nvPr>  </p:nvPicPr><p:blipFill><a:blip r:embed="rId42"></a:blip>  <a:stretch><a:fillRect/></a:stretch></p:blipFill><p:spPr> <a:xfrm>  <a:off x="15315503" y="10094674"/>  <a:ext cx="15246847" cy="1661312"/> </a:xfrm> <a:prstGeom prst="rect"><a:avLst/></a:prstGeom></p:spPr></p:pic><p:sp><p:nvSpPr><p:cNvPr id="111" name="Text 67"></p:cNvPr><p:cNvSpPr txBox="1"/><p:nvPr></p:nvPr></p:nvSpPr><p:spPr><a:xfrm><a:off x="17284214" y="10250464"/><a:ext cx="1712133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Prompt</a:t></a:r><a:endParaRPr lang="en-US" sz="3640" dirty="0"/></a:p></p:txBody></p:sp><p:sp><p:nvSpPr><p:cNvPr id="112" name="Text 68"></p:cNvPr><p:cNvSpPr txBox="1"/><p:nvPr></p:nvPr></p:nvSpPr><p:spPr><a:xfrm><a:off x="16572929" y="10819491"/><a:ext cx="2791436" cy="630411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Optimization</a:t></a:r><a:endParaRPr lang="en-US" sz="3640" dirty="0"/></a:p></p:txBody></p:sp><p:pic>  <p:nvPicPr><p:cNvPr id="113" name="Image 42" descr="preencoded.png">    </p:cNvPr>    <p:cNvPicPr><a:picLocks noChangeAspect="1"/></p:cNvPicPr>    <p:nvPr></p:nvPr>  </p:nvPicPr><p:blipFill><a:blip r:embed="rId43"></a:blip><a:srcRect l="0" r="0" t="0" b="0"/><a:stretch/></p:blipFill><p:spPr> <a:xfrm>  <a:off x="20056796" y="10029325"/>  <a:ext cx="1785324" cy="1756873"/> </a:xfrm> <a:prstGeom prst="rect"><a:avLst/></a:prstGeom></p:spPr></p:pic><p:sp><p:nvSpPr><p:cNvPr id="114" name="Text 69"></p:cNvPr><p:cNvSpPr txBox="1"/><p:nvPr></p:nvPr></p:nvSpPr><p:spPr><a:xfrm><a:off x="22974490" y="10362775"/><a:ext cx="3382940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Lower Barrier for</a:t></a:r><a:endParaRPr lang="en-US" sz="3360" dirty="0"/></a:p></p:txBody></p:sp><p:sp><p:nvSpPr><p:cNvPr id="115" name="Text 70"></p:cNvPr><p:cNvSpPr txBox="1"/><p:nvPr></p:nvPr></p:nvSpPr><p:spPr><a:xfrm><a:off x="23187876" y="10860675"/><a:ext cx="2813415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User Prompts</a:t></a:r><a:endParaRPr lang="en-US" sz="3360" dirty="0"/></a:p></p:txBody></p:sp><p:pic>  <p:nvPicPr><p:cNvPr id="116" name="Image 43" descr="preencoded.png">    </p:cNvPr>    <p:cNvPicPr><a:picLocks noChangeAspect="1"/></p:cNvPicPr>    <p:nvPr></p:nvPr>  </p:nvPicPr><p:blipFill><a:blip r:embed="rId44"></a:blip><a:srcRect l="0" r="0" t="0" b="0"/><a:stretch/></p:blipFill><p:spPr> <a:xfrm>  <a:off x="27919198" y="10029325"/>  <a:ext cx="1863565" cy="1600390"/> </a:xfrm> <a:prstGeom prst="rect"><a:avLst/></a:prstGeom></p:spPr></p:pic><p:pic>  <p:nvPicPr><p:cNvPr id="117" name="Image 44" descr="preencoded.png">    </p:cNvPr>    <p:cNvPicPr><a:picLocks noChangeAspect="1"/></p:cNvPicPr>    <p:nvPr></p:nvPr>  </p:nvPicPr><p:blipFill><a:blip r:embed="rId45"></a:blip>  <a:stretch><a:fillRect/></a:stretch></p:blipFill><p:spPr> <a:xfrm>  <a:off x="15315503" y="12228528"/>  <a:ext cx="15246847" cy="1661312"/> </a:xfrm> <a:prstGeom prst="rect"><a:avLst/></a:prstGeom></p:spPr></p:pic><p:sp><p:nvSpPr><p:cNvPr id="118" name="Text 71"></p:cNvPr><p:cNvSpPr txBox="1"/><p:nvPr></p:nvPr></p:nvSpPr><p:spPr><a:xfrm><a:off x="15719388" y="12527192"/><a:ext cx="3330732" cy="630411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Drawnix Native</a:t></a:r><a:endParaRPr lang="en-US" sz="3640" dirty="0"/></a:p></p:txBody></p:sp><p:sp><p:nvSpPr><p:cNvPr id="119" name="Text 72"></p:cNvPr><p:cNvSpPr txBox="1"/><p:nvPr></p:nvPr></p:nvSpPr><p:spPr><a:xfrm><a:off x="16217287" y="13077170"/><a:ext cx="2406773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Integration</a:t></a:r><a:endParaRPr lang="en-US" sz="3640" dirty="0"/></a:p></p:txBody></p:sp><p:pic>  <p:nvPicPr><p:cNvPr id="120" name="Image 45" descr="preencoded.png">    </p:cNvPr>    <p:cNvPicPr><a:picLocks noChangeAspect="1"/></p:cNvPicPr>    <p:nvPr></p:nvPr>  </p:nvPicPr><p:blipFill><a:blip r:embed="rId46"></a:blip><a:srcRect l="0" r="0" t="0" b="0"/><a:stretch/></p:blipFill><p:spPr> <a:xfrm>  <a:off x="19530664" y="12501701"/>  <a:ext cx="1038475" cy="995798"/> </a:xfrm> <a:prstGeom prst="rect"><a:avLst/></a:prstGeom></p:spPr></p:pic><p:pic>  <p:nvPicPr><p:cNvPr id="121" name="Image 46" descr="preencoded.png">    </p:cNvPr>    <p:cNvPicPr><a:picLocks noChangeAspect="1"/></p:cNvPicPr>    <p:nvPr></p:nvPr>  </p:nvPicPr><p:blipFill><a:blip r:embed="rId47"></a:blip><a:srcRect l="0" r="0" t="0" b="0"/><a:stretch/></p:blipFill><p:spPr> <a:xfrm>  <a:off x="21150080" y="12369238"/>  <a:ext cx="1045588" cy="1379892"/> </a:xfrm> <a:prstGeom prst="rect"><a:avLst/></a:prstGeom></p:spPr></p:pic><p:sp><p:nvSpPr><p:cNvPr id="122" name="Text 73"></p:cNvPr><p:cNvSpPr txBox="1"/><p:nvPr></p:nvPr></p:nvSpPr><p:spPr><a:xfrm><a:off x="23685775" y="12501701"/><a:ext cx="2695484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Full Attribute,</a:t></a:r><a:endParaRPr lang="en-US" sz="3360" dirty="0"/></a:p></p:txBody></p:sp><p:sp><p:nvSpPr><p:cNvPr id="123" name="Text 74"></p:cNvPr><p:cNvSpPr txBox="1"/><p:nvPr></p:nvPr></p:nvSpPr><p:spPr><a:xfrm><a:off x="23472389" y="12993817"/><a:ext cx="3288695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Lossless Editing</a:t></a:r><a:endParaRPr lang="en-US" sz="3360" dirty="0"/></a:p></p:txBody></p:sp><p:pic>  <p:nvPicPr><p:cNvPr id="124" name="Image 47" descr="preencoded.png">    </p:cNvPr>    <p:cNvPicPr><a:picLocks noChangeAspect="1"/></p:cNvPicPr>    <p:nvPr></p:nvPr>  </p:nvPicPr><p:blipFill><a:blip r:embed="rId48"></a:blip><a:srcRect l="0" r="0" t="0" b="0"/><a:stretch/></p:blipFill><p:spPr> <a:xfrm>  <a:off x="26927713" y="12390576"/>  <a:ext cx="1365666" cy="1337215"/> </a:xfrm> <a:prstGeom prst="rect"><a:avLst/></a:prstGeom></p:spPr></p:pic><p:pic>  <p:nvPicPr><p:cNvPr id="125" name="Image 48" descr="preencoded.png">    </p:cNvPr>    <p:cNvPicPr><a:picLocks noChangeAspect="1"/></p:cNvPicPr>    <p:nvPr></p:nvPr>  </p:nvPicPr><p:blipFill><a:blip r:embed="rId49"></a:blip><a:srcRect l="0" r="0" t="0" b="0"/><a:stretch/></p:blipFill><p:spPr> <a:xfrm>  <a:off x="28839834" y="12411915"/>  <a:ext cx="1173619" cy="1294538"/> </a:xfrm> <a:prstGeom prst="rect"><a:avLst/></a:prstGeom></p:spPr></p:pic><p:pic>  <p:nvPicPr><p:cNvPr id="126" name="Image 49" descr="preencoded.png">    </p:cNvPr>    <p:cNvPicPr><a:picLocks noChangeAspect="1"/></p:cNvPicPr>    <p:nvPr></p:nvPr>  </p:nvPicPr><p:blipFill><a:blip r:embed="rId50"></a:blip>  <a:stretch><a:fillRect/></a:stretch></p:blipFill><p:spPr> <a:xfrm>  <a:off x="15315503" y="14362381"/>  <a:ext cx="15246847" cy="1661312"/> </a:xfrm> <a:prstGeom prst="rect"><a:avLst/></a:prstGeom></p:spPr></p:pic><p:sp><p:nvSpPr><p:cNvPr id="127" name="Text 75"></p:cNvPr><p:cNvSpPr txBox="1"/><p:nvPr></p:nvPr></p:nvSpPr><p:spPr><a:xfrm><a:off x="16010861" y="14869288"/><a:ext cx="3100703" cy="63048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061"/></a:lnSpc><a:buNone/></a:pPr><a:r><a:rPr lang="en-US" sz="364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Agent System</a:t></a:r><a:endParaRPr lang="en-US" sz="3640" dirty="0"/></a:p></p:txBody></p:sp><p:pic>  <p:nvPicPr><p:cNvPr id="128" name="Image 50" descr="preencoded.png">    </p:cNvPr>    <p:cNvPicPr><a:picLocks noChangeAspect="1"/></p:cNvPicPr>    <p:nvPr></p:nvPr>  </p:nvPicPr><p:blipFill><a:blip r:embed="rId51"></a:blip><a:srcRect l="0" r="0" t="0" b="0"/><a:stretch/></p:blipFill><p:spPr> <a:xfrm>  <a:off x="20216698" y="14419018"/>  <a:ext cx="1657293" cy="1635954"/> </a:xfrm> <a:prstGeom prst="rect"><a:avLst/></a:prstGeom></p:spPr></p:pic><p:sp><p:nvSpPr><p:cNvPr id="129" name="Text 76"></p:cNvPr><p:cNvSpPr txBox="1"/><p:nvPr></p:nvPr></p:nvSpPr><p:spPr><a:xfrm><a:off x="22974490" y="14629771"/><a:ext cx="3289122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Intelligent layout</a:t></a:r><a:endParaRPr lang="en-US" sz="3360" dirty="0"/></a:p></p:txBody></p:sp><p:sp><p:nvSpPr><p:cNvPr id="130" name="Text 77"></p:cNvPr><p:cNvSpPr txBox="1"/><p:nvPr></p:nvPr></p:nvSpPr><p:spPr><a:xfrm><a:off x="22996647" y="15128524"/><a:ext cx="3265152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and consistency</a:t></a:r><a:endParaRPr lang="en-US" sz="3360" dirty="0"/></a:p></p:txBody></p:sp><p:sp><p:nvSpPr><p:cNvPr id="131" name="Text 78"></p:cNvPr><p:cNvSpPr txBox="1"/><p:nvPr></p:nvPr></p:nvSpPr><p:spPr><a:xfrm><a:off x="26886555" y="14630483"/><a:ext cx="2316014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Losslesess</a:t></a:r><a:endParaRPr lang="en-US" sz="3360" dirty="0"/></a:p></p:txBody></p:sp><p:sp><p:nvSpPr><p:cNvPr id="132" name="Text 79"></p:cNvPr><p:cNvSpPr txBox="1"/><p:nvPr></p:nvPr></p:nvSpPr><p:spPr><a:xfrm><a:off x="27384454" y="15127670"/><a:ext cx="1509773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Editing</a:t></a:r><a:endParaRPr lang="en-US" sz="3360" dirty="0"/></a:p></p:txBody></p:sp><p:sp><p:nvSpPr><p:cNvPr id="133" name="Text 80"></p:cNvPr><p:cNvSpPr txBox="1"/><p:nvPr></p:nvPr></p:nvSpPr><p:spPr><a:xfrm><a:off x="17599064" y="17066703"/><a:ext cx="10445498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(c) Key Method Components &amp; Advantages</a:t></a:r><a:endParaRPr lang="en-US" sz="3920" dirty="0"/></a:p></p:txBody></p:sp><p:sp><p:nvSpPr><p:cNvPr id="134" name="Text 81"></p:cNvPr><p:cNvSpPr txBox="1"/><p:nvPr></p:nvPr></p:nvSpPr><p:spPr><a:xfrm><a:off x="32371087" y="17077941"/><a:ext cx="8997465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(d) Method Significance and Benefits</a:t></a:r><a:endParaRPr lang="en-US" sz="3920" dirty="0"/></a:p></p:txBody></p:sp><p:pic>  <p:nvPicPr><p:cNvPr id="135" name="Image 51" descr="preencoded.png">    </p:cNvPr>    <p:cNvPicPr><a:picLocks noChangeAspect="1"/></p:cNvPicPr>    <p:nvPr></p:nvPr>  </p:nvPicPr><p:blipFill><a:blip r:embed="rId52"></a:blip>  <a:stretch><a:fillRect/></a:stretch></p:blipFill><p:spPr> <a:xfrm>  <a:off x="31319404" y="350076"/>  <a:ext cx="10908011" cy="5929019"/> </a:xfrm> <a:prstGeom prst="rect"><a:avLst/></a:prstGeom></p:spPr></p:pic><p:sp><p:nvSpPr><p:cNvPr id="136" name="Text 82"></p:cNvPr><p:cNvSpPr txBox="1"/><p:nvPr></p:nvPr></p:nvSpPr><p:spPr><a:xfrm><a:off x="32790217" y="749054"/><a:ext cx="5946339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[d.1] Application Benefit</a:t></a:r><a:endParaRPr lang="en-US" sz="3920" dirty="0"/></a:p></p:txBody></p:sp><p:pic>  <p:nvPicPr><p:cNvPr id="137" name="Image 52" descr="preencoded.png">    </p:cNvPr>    <p:cNvPicPr><a:picLocks noChangeAspect="1"/></p:cNvPicPr>    <p:nvPr></p:nvPr>  </p:nvPicPr><p:blipFill><a:blip r:embed="rId53"></a:blip><a:srcRect l="0" r="0" t="0" b="0"/><a:stretch/></p:blipFill><p:spPr> <a:xfrm>  <a:off x="32228302" y="2517947"/>  <a:ext cx="3968968" cy="2084064"/> </a:xfrm> <a:prstGeom prst="rect"><a:avLst/></a:prstGeom></p:spPr></p:pic><p:sp><p:nvSpPr><p:cNvPr id="138" name="Text 83"></p:cNvPr><p:cNvSpPr txBox="1"/><p:nvPr></p:nvPr></p:nvSpPr><p:spPr><a:xfrm><a:off x="33007372" y="4672499"/><a:ext cx="2410828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Researcher</a:t></a:r><a:endParaRPr lang="en-US" sz="3360" dirty="0"/></a:p></p:txBody></p:sp><p:sp><p:nvSpPr><p:cNvPr id="139" name="Text 84"></p:cNvPr><p:cNvSpPr txBox="1"/><p:nvPr></p:nvPr></p:nvSpPr><p:spPr><a:xfrm><a:off x="33201055" y="5169687"/><a:ext cx="2023391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Efficiency</a:t></a:r><a:endParaRPr lang="en-US" sz="3360" dirty="0"/></a:p></p:txBody></p:sp><p:pic>  <p:nvPicPr><p:cNvPr id="140" name="Image 53" descr="preencoded.png">    </p:cNvPr>    <p:cNvPicPr><a:picLocks noChangeAspect="1"/></p:cNvPicPr>    <p:nvPr></p:nvPr>  </p:nvPicPr><p:blipFill><a:blip r:embed="rId54"></a:blip><a:srcRect l="0" r="0" t="0" b="0"/><a:stretch/></p:blipFill><p:spPr> <a:xfrm>  <a:off x="37612726" y="2525060"/>  <a:ext cx="2233433" cy="2212095"/> </a:xfrm> <a:prstGeom prst="rect"><a:avLst/></a:prstGeom></p:spPr></p:pic><p:sp><p:nvSpPr><p:cNvPr id="141" name="Text 85"></p:cNvPr><p:cNvSpPr txBox="1"/><p:nvPr></p:nvPr></p:nvSpPr><p:spPr><a:xfrm><a:off x="40400961" y="2894288"/><a:ext cx="1011091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time</a:t></a:r><a:endParaRPr lang="en-US" sz="3360" dirty="0"/></a:p></p:txBody></p:sp><p:sp><p:nvSpPr><p:cNvPr id="142" name="Text 86"></p:cNvPr><p:cNvSpPr txBox="1"/><p:nvPr></p:nvPr></p:nvSpPr><p:spPr><a:xfrm><a:off x="40400961" y="3392187"/><a:ext cx="1343688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saved</a:t></a:r><a:endParaRPr lang="en-US" sz="3360" dirty="0"/></a:p></p:txBody></p:sp><p:sp><p:nvSpPr><p:cNvPr id="143" name="Text 87"></p:cNvPr><p:cNvSpPr txBox="1"/><p:nvPr></p:nvPr></p:nvSpPr><p:spPr><a:xfrm><a:off x="37286744" y="4672499"/><a:ext cx="2956596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Reduced Time</a:t></a:r><a:endParaRPr lang="en-US" sz="3360" dirty="0"/></a:p></p:txBody></p:sp><p:sp><p:nvSpPr><p:cNvPr id="144" name="Text 88"></p:cNvPr><p:cNvSpPr txBox="1"/><p:nvPr></p:nvPr></p:nvSpPr><p:spPr><a:xfrm><a:off x="37618772" y="5169687"/><a:ext cx="2292470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on Drafting</a:t></a:r><a:endParaRPr lang="en-US" sz="3360" dirty="0"/></a:p></p:txBody></p:sp><p:pic>  <p:nvPicPr><p:cNvPr id="145" name="Image 54" descr="preencoded.png">    </p:cNvPr>    <p:cNvPicPr><a:picLocks noChangeAspect="1"/></p:cNvPicPr>    <p:nvPr></p:nvPr>  </p:nvPicPr><p:blipFill><a:blip r:embed="rId55"></a:blip>  <a:stretch><a:fillRect/></a:stretch></p:blipFill><p:spPr> <a:xfrm>  <a:off x="31319404" y="6395995"/>  <a:ext cx="10908011" cy="5929019"/> </a:xfrm> <a:prstGeom prst="rect"><a:avLst/></a:prstGeom></p:spPr></p:pic><p:sp><p:nvSpPr><p:cNvPr id="146" name="Text 89"></p:cNvPr><p:cNvSpPr txBox="1"/><p:nvPr></p:nvPr></p:nvSpPr><p:spPr><a:xfrm><a:off x="32790217" y="6794972"/><a:ext cx="5587993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[d.2] Academic Benefit</a:t></a:r><a:endParaRPr lang="en-US" sz="3920" dirty="0"/></a:p></p:txBody></p:sp><p:pic>  <p:nvPicPr><p:cNvPr id="147" name="Image 55" descr="preencoded.png">    </p:cNvPr>    <p:cNvPicPr><a:picLocks noChangeAspect="1"/></p:cNvPicPr>    <p:nvPr></p:nvPr>  </p:nvPicPr><p:blipFill><a:blip r:embed="rId56"></a:blip><a:srcRect l="0" r="0" t="0" b="0"/><a:stretch/></p:blipFill><p:spPr> <a:xfrm>  <a:off x="32427462" y="8300690"/>  <a:ext cx="3115426" cy="2297449"/> </a:xfrm> <a:prstGeom prst="rect"><a:avLst/></a:prstGeom></p:spPr></p:pic><p:sp><p:nvSpPr><p:cNvPr id="148" name="Text 90"></p:cNvPr><p:cNvSpPr txBox="1"/><p:nvPr></p:nvPr></p:nvSpPr><p:spPr><a:xfrm><a:off x="33185264" y="10718418"/><a:ext cx="1628344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Method</a:t></a:r><a:endParaRPr lang="en-US" sz="3360" dirty="0"/></a:p></p:txBody></p:sp><p:sp><p:nvSpPr><p:cNvPr id="149" name="Text 91"></p:cNvPr><p:cNvSpPr txBox="1"/><p:nvPr></p:nvPr></p:nvSpPr><p:spPr><a:xfrm><a:off x="32746402" y="11216317"/><a:ext cx="2506069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Contribution</a:t></a:r><a:endParaRPr lang="en-US" sz="3360" dirty="0"/></a:p></p:txBody></p:sp><p:pic>  <p:nvPicPr><p:cNvPr id="150" name="Image 56" descr="preencoded.png">    </p:cNvPr>    <p:cNvPicPr><a:picLocks noChangeAspect="1"/></p:cNvPicPr>    <p:nvPr></p:nvPr>  </p:nvPicPr><p:blipFill><a:blip r:embed="rId57"></a:blip><a:srcRect l="0" r="0" t="0" b="0"/><a:stretch/></p:blipFill><p:spPr> <a:xfrm>  <a:off x="36901441" y="8179772"/>  <a:ext cx="1408343" cy="1344328"/> </a:xfrm> <a:prstGeom prst="rect"><a:avLst/></a:prstGeom></p:spPr></p:pic><p:sp><p:nvSpPr><p:cNvPr id="151" name="Text 92"></p:cNvPr><p:cNvSpPr txBox="1"/><p:nvPr></p:nvPr></p:nvSpPr><p:spPr><a:xfrm><a:off x="36902508" y="9546719"/><a:ext cx="1448887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Natural</a:t></a:r><a:endParaRPr lang="en-US" sz="3080" dirty="0"/></a:p></p:txBody></p:sp><p:sp><p:nvSpPr><p:cNvPr id="152" name="Text 93"></p:cNvPr><p:cNvSpPr txBox="1"/><p:nvPr></p:nvPr></p:nvSpPr><p:spPr><a:xfrm><a:off x="36662805" y="9973489"/><a:ext cx="1928363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Language</a:t></a:r><a:endParaRPr lang="en-US" sz="3080" dirty="0"/></a:p></p:txBody></p:sp><p:sp><p:nvSpPr><p:cNvPr id="153" name="Text 94"></p:cNvPr><p:cNvSpPr txBox="1"/><p:nvPr></p:nvPr></p:nvSpPr><p:spPr><a:xfrm><a:off x="38765007" y="8632860"/><a:ext cx="605445" cy="776580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5006"/></a:lnSpc><a:buNone/></a:pPr><a:r><a:rPr lang="en-US" sz="4481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+</a:t></a:r><a:endParaRPr lang="en-US" sz="4481" dirty="0"/></a:p></p:txBody></p:sp><p:pic>  <p:nvPicPr><p:cNvPr id="154" name="Image 57" descr="preencoded.png">    </p:cNvPr>    <p:cNvPicPr><a:picLocks noChangeAspect="1"/></p:cNvPicPr>    <p:nvPr></p:nvPr>  </p:nvPicPr><p:blipFill><a:blip r:embed="rId58"></a:blip><a:srcRect l="0" r="0" t="0" b="0"/><a:stretch/></p:blipFill><p:spPr> <a:xfrm>  <a:off x="39739466" y="8179772"/>  <a:ext cx="1408343" cy="1322989"/> </a:xfrm> <a:prstGeom prst="rect"><a:avLst/></a:prstGeom></p:spPr></p:pic><p:sp><p:nvSpPr><p:cNvPr id="155" name="Text 95"></p:cNvPr><p:cNvSpPr txBox="1"/><p:nvPr></p:nvPr></p:nvSpPr><p:spPr><a:xfrm><a:off x="39404665" y="9546719"/><a:ext cx="1992521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Structured</a:t></a:r><a:endParaRPr lang="en-US" sz="3080" dirty="0"/></a:p></p:txBody></p:sp><p:sp><p:nvSpPr><p:cNvPr id="156" name="Text 96"></p:cNvPr><p:cNvSpPr txBox="1"/><p:nvPr></p:nvPr></p:nvSpPr><p:spPr><a:xfrm><a:off x="39730931" y="9973489"/><a:ext cx="1339989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Charts</a:t></a:r><a:endParaRPr lang="en-US" sz="3080" dirty="0"/></a:p></p:txBody></p:sp><p:sp><p:nvSpPr><p:cNvPr id="157" name="Text 97"></p:cNvPr><p:cNvSpPr txBox="1"/><p:nvPr></p:nvPr></p:nvSpPr><p:spPr><a:xfrm><a:off x="36427726" y="10613645"/><a:ext cx="5101261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Pioneering NL-to-Structured</a:t></a:r><a:endParaRPr lang="en-US" sz="3080" dirty="0"/></a:p></p:txBody></p:sp><p:sp><p:nvSpPr><p:cNvPr id="158" name="Text 98"></p:cNvPr><p:cNvSpPr txBox="1"/><p:nvPr></p:nvPr></p:nvSpPr><p:spPr><a:xfrm><a:off x="37307869" y="11040416"/><a:ext cx="3340975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Figure Generation</a:t></a:r><a:endParaRPr lang="en-US" sz="3080" dirty="0"/></a:p></p:txBody></p:sp><p:pic>  <p:nvPicPr><p:cNvPr id="159" name="Image 58" descr="preencoded.png">    </p:cNvPr>    <p:cNvPicPr><a:picLocks noChangeAspect="1"/></p:cNvPicPr>    <p:nvPr></p:nvPr>  </p:nvPicPr><p:blipFill><a:blip r:embed="rId59"></a:blip>  <a:stretch><a:fillRect/></a:stretch></p:blipFill><p:spPr> <a:xfrm>  <a:off x="31319404" y="12441913"/>  <a:ext cx="10908011" cy="4648707"/> </a:xfrm> <a:prstGeom prst="rect"><a:avLst/></a:prstGeom></p:spPr></p:pic><p:sp><p:nvSpPr><p:cNvPr id="160" name="Text 99"></p:cNvPr><p:cNvSpPr txBox="1"/><p:nvPr></p:nvPr></p:nvSpPr><p:spPr><a:xfrm><a:off x="32790217" y="12840891"/><a:ext cx="6131130" cy="680699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4376"/></a:lnSpc><a:buNone/></a:pPr><a:r><a:rPr lang="en-US" sz="3920" b="1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[d.3] Engineering Benefit</a:t></a:r><a:endParaRPr lang="en-US" sz="3920" dirty="0"/></a:p></p:txBody></p:sp><p:pic>  <p:nvPicPr><p:cNvPr id="161" name="Image 59" descr="preencoded.png">    </p:cNvPr>    <p:cNvPicPr><a:picLocks noChangeAspect="1"/></p:cNvPicPr>    <p:nvPr></p:nvPr>  </p:nvPicPr><p:blipFill><a:blip r:embed="rId60"></a:blip><a:srcRect l="0" r="0" t="0" b="0"/><a:stretch/></p:blipFill><p:spPr> <a:xfrm>  <a:off x="32797329" y="13613986"/>  <a:ext cx="3122539" cy="1856453"/> </a:xfrm> <a:prstGeom prst="rect"><a:avLst/></a:prstGeom></p:spPr></p:pic><p:sp><p:nvSpPr><p:cNvPr id="162" name="Text 100"></p:cNvPr><p:cNvSpPr txBox="1"/><p:nvPr></p:nvPr></p:nvSpPr><p:spPr><a:xfrm><a:off x="32995209" y="15555152"/><a:ext cx="2719596" cy="580408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46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Open Source</a:t></a:r><a:endParaRPr lang="en-US" sz="3360" dirty="0"/></a:p></p:txBody></p:sp><p:sp><p:nvSpPr><p:cNvPr id="163" name="Text 101"></p:cNvPr><p:cNvSpPr txBox="1"/><p:nvPr></p:nvPr></p:nvSpPr><p:spPr><a:xfrm><a:off x="33173599" y="16052340"/><a:ext cx="2362887" cy="581973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752"/></a:lnSpc><a:buNone/></a:pPr><a:r><a:rPr lang="en-US" sz="336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Community</a:t></a:r><a:endParaRPr lang="en-US" sz="3360" dirty="0"/></a:p></p:txBody></p:sp><p:pic>  <p:nvPicPr><p:cNvPr id="164" name="Image 60" descr="preencoded.png">    </p:cNvPr>    <p:cNvPicPr><a:picLocks noChangeAspect="1"/></p:cNvPicPr>    <p:nvPr></p:nvPr>  </p:nvPicPr><p:blipFill><a:blip r:embed="rId61"></a:blip><a:srcRect l="0" r="0" t="0" b="0"/><a:stretch/></p:blipFill><p:spPr> <a:xfrm>  <a:off x="37939917" y="13649550"/>  <a:ext cx="2823800" cy="1913355"/> </a:xfrm> <a:prstGeom prst="rect"><a:avLst/></a:prstGeom></p:spPr></p:pic><p:sp><p:nvSpPr><p:cNvPr id="165" name="Text 102"></p:cNvPr><p:cNvSpPr txBox="1"/><p:nvPr></p:nvPr></p:nvSpPr><p:spPr><a:xfrm><a:off x="37413495" y="15592637"/><a:ext cx="3841008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Enhanced Drawnix &amp;</a:t></a:r><a:endParaRPr lang="en-US" sz="3080" dirty="0"/></a:p></p:txBody></p:sp><p:sp><p:nvSpPr><p:cNvPr id="166" name="Text 103"></p:cNvPr><p:cNvSpPr txBox="1"/><p:nvPr></p:nvPr></p:nvSpPr><p:spPr><a:xfrm><a:off x="37416838" y="16090536"/><a:ext cx="3834393" cy="538442"/></a:xfrm><a:prstGeom prst="rect"><a:avLst></a:avLst></a:prstGeom><a:noFill/><a:ln></a:ln></p:spPr><p:txBody><a:bodyPr wrap="square" lIns="0" tIns="0" rIns="0" bIns="0" rtlCol="0" anchor="t"><a:normAutofit/></a:bodyPr><a:lstStyle/><a:p><a:pPr algn="l" indent="0" marL="0"><a:lnSpc><a:spcPts val="3466"/></a:lnSpc><a:buNone/></a:pPr><a:r><a:rPr lang="en-US" sz="3080" dirty="0"><a:solidFill><a:srgbClr val="333333"/></a:solidFill><a:latin typeface="Arial, sans-serif, "Segoe UI", "Helvetica Neue"" pitchFamily="34" charset="0"/><a:ea typeface="Arial, sans-serif, "Segoe UI", "Helvetica Neue"" pitchFamily="34" charset="-122"/><a:cs typeface="Arial, sans-serif, "Segoe UI", "Helvetica Neue"" pitchFamily="34" charset="-120"/></a:rPr><a:t>Open Reusable Tech</a:t></a:r><a:endParaRPr lang="en-US" sz="3080" dirty="0"/></a:p></p:txBody></p:sp><p:pic>  <p:nvPicPr><p:cNvPr id="167" name="Image 61" descr="preencoded.png">    </p:cNvPr>    <p:cNvPicPr><a:picLocks noChangeAspect="1"/></p:cNvPicPr>    <p:nvPr></p:nvPr>  </p:nvPicPr><p:blipFill><a:blip r:embed="rId62"></a:blip><a:srcRect l="0" r="0" t="0" b="0"/><a:stretch/></p:blipFill><p:spPr> <a:xfrm>  <a:off x="30258044" y="0"/>  <a:ext cx="1337215" cy="1593277"/> </a:xfrm> <a:prstGeom prst="rect"><a:avLst/></a:prstGeom></p:spPr></p:pic><p:pic>  <p:nvPicPr><p:cNvPr id="168" name="Image 62" descr="preencoded.png">    </p:cNvPr>    <p:cNvPicPr><a:picLocks noChangeAspect="1"/></p:cNvPicPr>    <p:nvPr></p:nvPr>  </p:nvPicPr><p:blipFill><a:blip r:embed="rId63"></a:blip><a:srcRect l="0" r="0" t="0" b="0"/><a:stretch/></p:blipFill><p:spPr> <a:xfrm>  <a:off x="41240277" y="547689"/>  <a:ext cx="761074" cy="1173619"/> </a:xfrm> <a:prstGeom prst="rect"><a:avLst/></a:prstGeom></p:spPr></p:pic><p:pic>  <p:nvPicPr><p:cNvPr id="169" name="Image 63" descr="preencoded.png">    </p:cNvPr>    <p:cNvPicPr><a:picLocks noChangeAspect="1"/></p:cNvPicPr>    <p:nvPr></p:nvPr>  </p:nvPicPr><p:blipFill><a:blip r:embed="rId64"></a:blip><a:srcRect l="0" r="0" t="0" b="0"/><a:stretch/></p:blipFill><p:spPr> <a:xfrm>  <a:off x="41261615" y="6558043"/>  <a:ext cx="789526" cy="1180732"/> </a:xfrm> <a:prstGeom prst="rect"><a:avLst/></a:prstGeom></p:spPr></p:pic><p:pic>  <p:nvPicPr><p:cNvPr id="170" name="Image 64" descr="preencoded.png">    </p:cNvPr>    <p:cNvPicPr><a:picLocks noChangeAspect="1"/></p:cNvPicPr>    <p:nvPr></p:nvPr>  </p:nvPicPr><p:blipFill><a:blip r:embed="rId65"></a:blip><a:srcRect l="0" r="0" t="0" b="0"/><a:stretch/></p:blipFill><p:spPr> <a:xfrm>  <a:off x="41233164" y="12362125"/>  <a:ext cx="789526" cy="1216297"/> </a:xfrm> <a:prstGeom prst="rect"><a:avLst/></a:prstGeom></p:spPr></p:pic><p:sp><p:nvSpPr><p:cNvPr id="171" name="Shape 104"></p:cNvPr><p:cNvSpPr/><p:nvPr></p:nvPr></p:nvSpPr><p:spPr><a:xfrm><a:off x="0" y="17540276"/><a:ext cx="426771" cy="142257"/></a:xfrm><a:prstGeom prst="line"><a:avLst></a:avLst></a:prstGeom><a:noFill/><a:ln w="21336"><a:solidFill><a:srgbClr val="999999"/></a:solidFill><a:prstDash val="solid"/><a:headEnd type="none"/><a:tailEnd type="none"/></a:ln></p:spPr></p:sp><p:sp><p:nvSpPr><p:cNvPr id="172" name="Shape 105"></p:cNvPr><p:cNvSpPr/><p:nvPr></p:nvPr></p:nvSpPr><p:spPr><a:xfrm flipH="1"><a:off x="497899" y="17398020"/><a:ext cx="71128" cy="426771"/></a:xfrm><a:prstGeom prst="line"><a:avLst></a:avLst></a:prstGeom><a:noFill/><a:ln w="21336"><a:solidFill><a:srgbClr val="999999"/></a:solidFill><a:prstDash val="solid"/><a:headEnd type="none"/><a:tailEnd type="none"/></a:ln></p:spPr></p:sp><p:sp><p:nvSpPr><p:cNvPr id="173" name="Shape 106"></p:cNvPr><p:cNvSpPr/><p:nvPr></p:nvPr></p:nvSpPr><p:spPr><a:xfrm flipV="1"><a:off x="213385" y="17753662"/><a:ext cx="569028" cy="71128"/></a:xfrm><a:prstGeom prst="line"><a:avLst></a:avLst></a:prstGeom><a:noFill/><a:ln w="21336"><a:solidFill><a:srgbClr val="999999"/></a:solidFill><a:prstDash val="solid"/><a:headEnd type="none"/><a:tailEnd type="none"/></a:ln></p:spPr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2026-05-11T06:43:33Z</dcterms:created>
  <dcterms:modified xsi:type="dcterms:W3CDTF">2026-05-11T06:43:33Z</dcterms:modified>
</cp:coreProperties>
</file>